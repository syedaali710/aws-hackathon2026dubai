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1, Title. Open with energy, name the team and idea track in 10 seconds.</a:t>
            </a:r>
          </a:p>
          <a:p/>
          <a:p>
            <a:r>
              <a:t>[TIMING]</a:t>
            </a:r>
          </a:p>
          <a:p>
            <a:r>
              <a:t>10 seconds. Running total 0:10.</a:t>
            </a:r>
          </a:p>
          <a:p/>
          <a:p>
            <a:r>
              <a:t>[WHAT TO DO]</a:t>
            </a:r>
          </a:p>
          <a:p>
            <a:r>
              <a:t>Replace [YOUR TEAM NAME] with your team name.</a:t>
            </a:r>
          </a:p>
          <a:p>
            <a:r>
              <a:t>Replace [IDEA TRACK] with your chosen idea.</a:t>
            </a:r>
          </a:p>
          <a:p>
            <a:r>
              <a:t>List all 5 members with their company names.</a:t>
            </a:r>
          </a:p>
          <a:p/>
          <a:p>
            <a:r>
              <a:t>[EXAMPLE: Opening]</a:t>
            </a:r>
          </a:p>
          <a:p>
            <a:r>
              <a:t>Good afternoon, judges.</a:t>
            </a:r>
          </a:p>
          <a:p>
            <a:r>
              <a:t>We are Team Sahara, and we tackled Idea 3, the Health Companion.</a:t>
            </a:r>
          </a:p>
          <a:p>
            <a:r>
              <a:t>(Pause)</a:t>
            </a:r>
          </a:p>
          <a:p>
            <a:r>
              <a:t>I am Nora from STC, and with me are Ahmed from Elm, Faisal from Mobily, Layla from Lean Business Services, and Omar, an independent developer.</a:t>
            </a:r>
          </a:p>
          <a:p>
            <a:r>
              <a:t>Let me show you the problem we are solving.</a:t>
            </a:r>
          </a:p>
          <a:p/>
          <a:p>
            <a:r>
              <a:t>[COACHING TIPS]</a:t>
            </a:r>
          </a:p>
          <a:p>
            <a:r>
              <a:t>Keep it under 10 seconds. Judges do not want long introductions. (Key Point)</a:t>
            </a:r>
          </a:p>
          <a:p>
            <a:r>
              <a:t>Say the team name and idea track clearly so judges can mark their scorecard. (Key Point)</a:t>
            </a:r>
          </a:p>
          <a:p>
            <a:r>
              <a:t>Make eye contact, smile, project confidence.</a:t>
            </a:r>
          </a:p>
          <a:p>
            <a:r>
              <a:t>Start with energy. This is a startup pitch, not a book report.</a:t>
            </a:r>
          </a:p>
          <a:p/>
          <a:p>
            <a:r>
              <a:t>[TRANSITION]</a:t>
            </a:r>
          </a:p>
          <a:p>
            <a:r>
              <a:t>Move straight to the Problem slide. That is where you score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2, The Problem. Make one real person's pain vivid, then hit the impact number. Your highest-value slide.</a:t>
            </a:r>
          </a:p>
          <a:p/>
          <a:p>
            <a:r>
              <a:t>[TIMING]</a:t>
            </a:r>
          </a:p>
          <a:p>
            <a:r>
              <a:t>30 seconds. Running total 0:40.</a:t>
            </a:r>
          </a:p>
          <a:p/>
          <a:p>
            <a:r>
              <a:t>[WHY IT MATTERS]</a:t>
            </a:r>
          </a:p>
          <a:p>
            <a:r>
              <a:t>This is your most important slide. 30 percent of your score is Customer Impact.</a:t>
            </a:r>
          </a:p>
          <a:p/>
          <a:p>
            <a:r>
              <a:t>[WHAT TO DO]</a:t>
            </a:r>
          </a:p>
          <a:p>
            <a:r>
              <a:t>Replace [PERSONA NAME] with a specific person: name, age, context. Not users or citizens.</a:t>
            </a:r>
          </a:p>
          <a:p>
            <a:r>
              <a:t>Write ONE vivid sentence about their problem. Judges should feel the pain in 5 seconds.</a:t>
            </a:r>
          </a:p>
          <a:p>
            <a:r>
              <a:t>State a measurable impact number, something concrete that changes.</a:t>
            </a:r>
          </a:p>
          <a:p>
            <a:r>
              <a:t>Replace the illustration placeholder with a relevant image or icon.</a:t>
            </a:r>
          </a:p>
          <a:p/>
          <a:p>
            <a:r>
              <a:t>[EXAMPLE: Health Companion track]</a:t>
            </a:r>
          </a:p>
          <a:p>
            <a:r>
              <a:t>Meet Fatima.</a:t>
            </a:r>
          </a:p>
          <a:p>
            <a:r>
              <a:t>(Pause)</a:t>
            </a:r>
          </a:p>
          <a:p>
            <a:r>
              <a:t>She is 34, a mother of two, and she just moved to Riyadh for work.</a:t>
            </a:r>
          </a:p>
          <a:p>
            <a:r>
              <a:t>Last month her son developed a persistent cough.</a:t>
            </a:r>
          </a:p>
          <a:p>
            <a:r>
              <a:t>She called 3 clinics. Each had a 2-week wait. (Key Point)</a:t>
            </a:r>
          </a:p>
          <a:p>
            <a:r>
              <a:t>She searched online and got conflicting advice.</a:t>
            </a:r>
          </a:p>
          <a:p>
            <a:r>
              <a:t>She ended up in the ER for something a GP could have handled in 10 minutes.</a:t>
            </a:r>
          </a:p>
          <a:p>
            <a:r>
              <a:t>Our solution cuts her time from first symptom to the right care from 14 days to under 30 minutes. (Key Point)</a:t>
            </a:r>
          </a:p>
          <a:p>
            <a:r>
              <a:t>(Pause, let the number land)</a:t>
            </a:r>
          </a:p>
          <a:p/>
          <a:p>
            <a:r>
              <a:t>[EXAMPLE: GovEase track]</a:t>
            </a:r>
          </a:p>
          <a:p>
            <a:r>
              <a:t>This is Khalid. He is 28, just got married.</a:t>
            </a:r>
          </a:p>
          <a:p>
            <a:r>
              <a:t>He needs to update 6 government records: housing, insurance, vehicle registration, and more.</a:t>
            </a:r>
          </a:p>
          <a:p>
            <a:r>
              <a:t>Right now that means 3 separate ministry visits, 11 forms, and about 12 hours of his life. (Key Point)</a:t>
            </a:r>
          </a:p>
          <a:p>
            <a:r>
              <a:t>Our agent does it all in one conversation. Zero visits. Zero paper. (Key Point)</a:t>
            </a:r>
          </a:p>
          <a:p/>
          <a:p>
            <a:r>
              <a:t>[COACHING TIPS]</a:t>
            </a:r>
          </a:p>
          <a:p>
            <a:r>
              <a:t>Say the persona name out loud. It makes the story real.</a:t>
            </a:r>
          </a:p>
          <a:p>
            <a:r>
              <a:t>Pause after the impact number. Let it sink in.</a:t>
            </a:r>
          </a:p>
          <a:p>
            <a:r>
              <a:t>Do not say target market or user segment. Tell a story about a person.</a:t>
            </a:r>
          </a:p>
          <a:p>
            <a:r>
              <a:t>Drop your voice slightly on the impact number. It creates gravitas.</a:t>
            </a:r>
          </a:p>
          <a:p/>
          <a:p>
            <a:r>
              <a:t>[TRANSITION]</a:t>
            </a:r>
          </a:p>
          <a:p>
            <a:r>
              <a:t>Now let me show you how we solve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3, Our Solution. Name the agent, pitch it in one line, then list the autonomous actions.</a:t>
            </a:r>
          </a:p>
          <a:p/>
          <a:p>
            <a:r>
              <a:t>[TIMING]</a:t>
            </a:r>
          </a:p>
          <a:p>
            <a:r>
              <a:t>45 seconds. Running total 1:25.</a:t>
            </a:r>
          </a:p>
          <a:p/>
          <a:p>
            <a:r>
              <a:t>[WHAT TO DO]</a:t>
            </a:r>
          </a:p>
          <a:p>
            <a:r>
              <a:t>Replace [YOUR SOLUTION NAME] with your branded agent name.</a:t>
            </a:r>
          </a:p>
          <a:p>
            <a:r>
              <a:t>Write a one-sentence pitch a non-technical person understands.</a:t>
            </a:r>
          </a:p>
          <a:p>
            <a:r>
              <a:t>List 4 to 5 agentic ACTIONS your agent takes autonomously.</a:t>
            </a:r>
          </a:p>
          <a:p>
            <a:r>
              <a:t>  Good: Extracts data from uploaded ID and auto-fills the form.</a:t>
            </a:r>
          </a:p>
          <a:p>
            <a:r>
              <a:t>  Bad: Has OCR capability and form-filling features.</a:t>
            </a:r>
          </a:p>
          <a:p/>
          <a:p>
            <a:r>
              <a:t>[EXAMPLE: Health Companion track]</a:t>
            </a:r>
          </a:p>
          <a:p>
            <a:r>
              <a:t>We built HealthBuddy.</a:t>
            </a:r>
          </a:p>
          <a:p>
            <a:r>
              <a:t>(Pause)</a:t>
            </a:r>
          </a:p>
          <a:p>
            <a:r>
              <a:t>In one sentence: it is an AI agent that triages your symptoms, finds the right specialist, and books a same-day appointment, in Arabic or English.</a:t>
            </a:r>
          </a:p>
          <a:p>
            <a:r>
              <a:t>Here is what it does autonomously. (Key Point)</a:t>
            </a:r>
          </a:p>
          <a:p>
            <a:r>
              <a:t>Step 1, the patient describes their symptoms in natural language.</a:t>
            </a:r>
          </a:p>
          <a:p>
            <a:r>
              <a:t>Step 2, the agent cross-references a medical knowledge base and sets the urgency level.</a:t>
            </a:r>
          </a:p>
          <a:p>
            <a:r>
              <a:t>Step 3, it queries real clinic APIs to find available specialists within 10 km.</a:t>
            </a:r>
          </a:p>
          <a:p>
            <a:r>
              <a:t>Step 4, it books the appointment and sends a confirmation by SMS.</a:t>
            </a:r>
          </a:p>
          <a:p>
            <a:r>
              <a:t>Step 5, after the visit it follows up and logs the outcome for continuity of care.</a:t>
            </a:r>
          </a:p>
          <a:p>
            <a:r>
              <a:t>This is not a chatbot that answers health questions. This is an agent that takes action on your behalf. (Key Point)</a:t>
            </a:r>
          </a:p>
          <a:p/>
          <a:p>
            <a:r>
              <a:t>[EXAMPLE: WasteNot, Food Rescue track]</a:t>
            </a:r>
          </a:p>
          <a:p>
            <a:r>
              <a:t>Our solution is WasteNot. It rescues surplus food from restaurants and delivers it to food banks before it expires.</a:t>
            </a:r>
          </a:p>
          <a:p>
            <a:r>
              <a:t>Step 1, scans POS systems of partner restaurants to detect excess inventory.</a:t>
            </a:r>
          </a:p>
          <a:p>
            <a:r>
              <a:t>Step 2, estimates shelf life and prioritizes the most perishable items.</a:t>
            </a:r>
          </a:p>
          <a:p>
            <a:r>
              <a:t>Step 3, matches surplus to the nearest food bank with capacity.</a:t>
            </a:r>
          </a:p>
          <a:p>
            <a:r>
              <a:t>Step 4, dispatches a volunteer driver and generates a pickup route.</a:t>
            </a:r>
          </a:p>
          <a:p>
            <a:r>
              <a:t>Step 5, confirms delivery and issues a tax deduction receipt to the donor.</a:t>
            </a:r>
          </a:p>
          <a:p/>
          <a:p>
            <a:r>
              <a:t>[COACHING TIPS]</a:t>
            </a:r>
          </a:p>
          <a:p>
            <a:r>
              <a:t>Use the word autonomously at least once.</a:t>
            </a:r>
          </a:p>
          <a:p>
            <a:r>
              <a:t>Start each step with a VERB: Scans, Extracts, Books, Sends.</a:t>
            </a:r>
          </a:p>
          <a:p>
            <a:r>
              <a:t>Do not read all 5 bullets word for word. Narrate like a story.</a:t>
            </a:r>
          </a:p>
          <a:p>
            <a:r>
              <a:t>Build energy with each step. Your voice should get more excited.</a:t>
            </a:r>
          </a:p>
          <a:p/>
          <a:p>
            <a:r>
              <a:t>[TRANSITION]</a:t>
            </a:r>
          </a:p>
          <a:p>
            <a:r>
              <a:t>Let me show you how it works under the hood.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4, Agentic Flow. Walk the orchestration and spotlight where the agent reasons, not just routes.</a:t>
            </a:r>
          </a:p>
          <a:p/>
          <a:p>
            <a:r>
              <a:t>[TIMING]</a:t>
            </a:r>
          </a:p>
          <a:p>
            <a:r>
              <a:t>45 seconds. Running total 2:10.</a:t>
            </a:r>
          </a:p>
          <a:p/>
          <a:p>
            <a:r>
              <a:t>[WHAT TO DO]</a:t>
            </a:r>
          </a:p>
          <a:p>
            <a:r>
              <a:t>Replace the placeholder boxes with your actual agent flow diagram.</a:t>
            </a:r>
          </a:p>
          <a:p>
            <a:r>
              <a:t>Label each step with the AWS service that powers it.</a:t>
            </a:r>
          </a:p>
          <a:p>
            <a:r>
              <a:t>Show decision points where the agent REASONS.</a:t>
            </a:r>
          </a:p>
          <a:p>
            <a:r>
              <a:t>Include at least one loop or conditional. This proves agentic depth.</a:t>
            </a:r>
          </a:p>
          <a:p/>
          <a:p>
            <a:r>
              <a:t>[EXAMPLE: GovEase track]</a:t>
            </a:r>
          </a:p>
          <a:p>
            <a:r>
              <a:t>Let me walk you through how GovEase works under the hood. (Key Point)</a:t>
            </a:r>
          </a:p>
          <a:p>
            <a:r>
              <a:t>Step 1, the user uploads their ID through the React frontend hosted on Amplify.</a:t>
            </a:r>
          </a:p>
          <a:p>
            <a:r>
              <a:t>Step 2, the agent, powered by Claude on Amazon Bedrock, analyzes the request and decides which government service to target.</a:t>
            </a:r>
          </a:p>
          <a:p>
            <a:r>
              <a:t>Step 3, it calls tools through AgentCore: one for OCR on the ID, one for eligibility checks, one for form submission.</a:t>
            </a:r>
          </a:p>
          <a:p>
            <a:r>
              <a:t>Step 4, the forms go to the external ministry APIs. If a field is rejected, the agent reasons about what went wrong and retries with corrections. It does not just fail, it adapts. (Key Point)</a:t>
            </a:r>
          </a:p>
          <a:p>
            <a:r>
              <a:t>Step 5, the confirmation is stored in DynamoDB and the user gets an SMS by SNS.</a:t>
            </a:r>
          </a:p>
          <a:p>
            <a:r>
              <a:t>Notice steps 3 and 4. The agent is making decisions, not following a script. That is what makes this agentic. (Key Point)</a:t>
            </a:r>
          </a:p>
          <a:p/>
          <a:p>
            <a:r>
              <a:t>[COACHING TIPS]</a:t>
            </a:r>
          </a:p>
          <a:p>
            <a:r>
              <a:t>Point at the diagram as you talk. Guide the judges' eye.</a:t>
            </a:r>
          </a:p>
          <a:p>
            <a:r>
              <a:t>Emphasize the DECISION POINTS.</a:t>
            </a:r>
          </a:p>
          <a:p>
            <a:r>
              <a:t>Name the AWS services specifically: Claude on Amazon Bedrock, not an LLM.</a:t>
            </a:r>
          </a:p>
          <a:p>
            <a:r>
              <a:t>If you have a loop or retry, highlight it. It is gold for Agentic Depth scoring.</a:t>
            </a:r>
          </a:p>
          <a:p/>
          <a:p>
            <a:r>
              <a:t>[TRANSITION]</a:t>
            </a:r>
          </a:p>
          <a:p>
            <a:r>
              <a:t>Here is the full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5, Architecture. One clean diagram, narrated in 30 seconds. Do not deep-dive every service.</a:t>
            </a:r>
          </a:p>
          <a:p/>
          <a:p>
            <a:r>
              <a:t>[TIMING]</a:t>
            </a:r>
          </a:p>
          <a:p>
            <a:r>
              <a:t>30 seconds. Running total 2:40.</a:t>
            </a:r>
          </a:p>
          <a:p/>
          <a:p>
            <a:r>
              <a:t>[WHAT TO DO]</a:t>
            </a:r>
          </a:p>
          <a:p>
            <a:r>
              <a:t>Replace the placeholder with your actual architecture diagram.</a:t>
            </a:r>
          </a:p>
          <a:p>
            <a:r>
              <a:t>Export from draw.io, Excalidraw, or your starter kit template.</a:t>
            </a:r>
          </a:p>
          <a:p>
            <a:r>
              <a:t>Show the agent, the model, memory or state, tool connections, and data sources.</a:t>
            </a:r>
          </a:p>
          <a:p>
            <a:r>
              <a:t>Export this same diagram as a PDF for submission.</a:t>
            </a:r>
          </a:p>
          <a:p/>
          <a:p>
            <a:r>
              <a:t>[EXAMPLE: Health Companion track]</a:t>
            </a:r>
          </a:p>
          <a:p>
            <a:r>
              <a:t>Here is our architecture. At the center is our agent running on Amazon AgentCore.</a:t>
            </a:r>
          </a:p>
          <a:p>
            <a:r>
              <a:t>It uses Claude Sonnet on Amazon Bedrock as its reasoning engine. (Key Point)</a:t>
            </a:r>
          </a:p>
          <a:p>
            <a:r>
              <a:t>On the left, user input comes through a React frontend on AWS Amplify.</a:t>
            </a:r>
          </a:p>
          <a:p>
            <a:r>
              <a:t>On the right, four tools: a symptom analyzer, a clinic API, a booking API, and SNS notifications.</a:t>
            </a:r>
          </a:p>
          <a:p>
            <a:r>
              <a:t>Patient data sits in DynamoDB with encryption at rest.</a:t>
            </a:r>
          </a:p>
          <a:p>
            <a:r>
              <a:t>Fully serverless, scalable architecture. (Key Point)</a:t>
            </a:r>
          </a:p>
          <a:p/>
          <a:p>
            <a:r>
              <a:t>[COACHING TIPS]</a:t>
            </a:r>
          </a:p>
          <a:p>
            <a:r>
              <a:t>Spend only 30 seconds here.</a:t>
            </a:r>
          </a:p>
          <a:p>
            <a:r>
              <a:t>Point at the diagram and narrate left to right.</a:t>
            </a:r>
          </a:p>
          <a:p>
            <a:r>
              <a:t>Name the model you chose and WHY, for example Claude Sonnet for its strong Arabic reasoning.</a:t>
            </a:r>
          </a:p>
          <a:p/>
          <a:p>
            <a:r>
              <a:t>[TRANSITION]</a:t>
            </a:r>
          </a:p>
          <a:p>
            <a:r>
              <a:t>Quick note on regional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6, Regional Relevance. The cheapest 10 percent on the rubric. Hit 2 or 3 points fast.</a:t>
            </a:r>
          </a:p>
          <a:p/>
          <a:p>
            <a:r>
              <a:t>[TIMING]</a:t>
            </a:r>
          </a:p>
          <a:p>
            <a:r>
              <a:t>20 seconds. Running total 3:00.</a:t>
            </a:r>
          </a:p>
          <a:p/>
          <a:p>
            <a:r>
              <a:t>[WHY IT MATTERS]</a:t>
            </a:r>
          </a:p>
          <a:p>
            <a:r>
              <a:t>This is the cheapest 10 percent on the rubric. Do not skip it.</a:t>
            </a:r>
          </a:p>
          <a:p/>
          <a:p>
            <a:r>
              <a:t>[WHAT TO DO]</a:t>
            </a:r>
          </a:p>
          <a:p>
            <a:r>
              <a:t>Fill in each of the 4 cards.</a:t>
            </a:r>
          </a:p>
          <a:p>
            <a:r>
              <a:t>Replace the screenshot placeholder with a real screenshot of your Arabic UI.</a:t>
            </a:r>
          </a:p>
          <a:p>
            <a:r>
              <a:t>Even basic efforts count.</a:t>
            </a:r>
          </a:p>
          <a:p/>
          <a:p>
            <a:r>
              <a:t>[EXAMPLE: GovEase track]</a:t>
            </a:r>
          </a:p>
          <a:p>
            <a:r>
              <a:t>Quick note on regional relevance. (Key Point)</a:t>
            </a:r>
          </a:p>
          <a:p>
            <a:r>
              <a:t>Our agent speaks Arabic natively. The entire UI is RTL, and the agent understands Saudi colloquial Arabic, not just formal MSA.</a:t>
            </a:r>
          </a:p>
          <a:p>
            <a:r>
              <a:t>For accessibility, voice-first interaction for users who are not comfortable typing.</a:t>
            </a:r>
          </a:p>
          <a:p>
            <a:r>
              <a:t>All data stays in me-south-1 with KMS encryption. No personal data leaves the Middle East. (Key Point)</a:t>
            </a:r>
          </a:p>
          <a:p>
            <a:r>
              <a:t>We integrated with Absher for identity and Tawakkalna for health verification.</a:t>
            </a:r>
          </a:p>
          <a:p>
            <a:r>
              <a:t>Built for this region, not ported to it. (Key Point)</a:t>
            </a:r>
          </a:p>
          <a:p/>
          <a:p>
            <a:r>
              <a:t>[COACHING TIPS]</a:t>
            </a:r>
          </a:p>
          <a:p>
            <a:r>
              <a:t>20 seconds is enough. Hit 2 or 3 points quickly.</a:t>
            </a:r>
          </a:p>
          <a:p>
            <a:r>
              <a:t>Show the screenshot if you have one. Visual proof beats claims.</a:t>
            </a:r>
          </a:p>
          <a:p>
            <a:r>
              <a:t>Mention me-south-1. Judges notice.</a:t>
            </a:r>
          </a:p>
          <a:p/>
          <a:p>
            <a:r>
              <a:t>[TRANSITION]</a:t>
            </a:r>
          </a:p>
          <a:p>
            <a:r>
              <a:t>Now let me show you the real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7, Live Demo transition. Say your line, switch to the app, lead with the aha moment.</a:t>
            </a:r>
          </a:p>
          <a:p/>
          <a:p>
            <a:r>
              <a:t>[TIMING]</a:t>
            </a:r>
          </a:p>
          <a:p>
            <a:r>
              <a:t>Running total 3:00. Demo starts now, 3 minutes.</a:t>
            </a:r>
          </a:p>
          <a:p/>
          <a:p>
            <a:r>
              <a:t>[WHAT TO DO]</a:t>
            </a:r>
          </a:p>
          <a:p>
            <a:r>
              <a:t>Replace [YOUR APP URL HERE] with your running application URL.</a:t>
            </a:r>
          </a:p>
          <a:p>
            <a:r>
              <a:t>Before you present, open the app in a browser tab and have it READY.</a:t>
            </a:r>
          </a:p>
          <a:p>
            <a:r>
              <a:t>When you reach this slide, say your transition line and switch to the app.</a:t>
            </a:r>
          </a:p>
          <a:p/>
          <a:p>
            <a:r>
              <a:t>[EXAMPLE: Transition lines]</a:t>
            </a:r>
          </a:p>
          <a:p>
            <a:r>
              <a:t>Enough slides. Let me show you the real thing. Watch this. (Confident)</a:t>
            </a:r>
          </a:p>
          <a:p>
            <a:r>
              <a:t>Now comes the fun part. Switching to our live application. (Excited)</a:t>
            </a:r>
          </a:p>
          <a:p>
            <a:r>
              <a:t>You have heard what it does. Now let me prove it. (Bold)</a:t>
            </a:r>
          </a:p>
          <a:p/>
          <a:p>
            <a:r>
              <a:t>[DEMO STRUCTURE, 3 minutes total]</a:t>
            </a:r>
          </a:p>
          <a:p>
            <a:r>
              <a:t>0:00 to 0:30, AHA MOMENT. Show the single most impressive capability immediately.</a:t>
            </a:r>
          </a:p>
          <a:p>
            <a:r>
              <a:t>0:30 to 2:00, HAPPY PATH. Walk the complete end-to-end user journey.</a:t>
            </a:r>
          </a:p>
          <a:p>
            <a:r>
              <a:t>2:00 to 2:30, EDGE CASE. Show the agent handling something unexpected.</a:t>
            </a:r>
          </a:p>
          <a:p>
            <a:r>
              <a:t>2:30 to 3:00, CLOSING MOMENT. End with the result that makes judges think, I would use that.</a:t>
            </a:r>
          </a:p>
          <a:p/>
          <a:p>
            <a:r>
              <a:t>[IF THE DEMO FAILS]</a:t>
            </a:r>
          </a:p>
          <a:p>
            <a:r>
              <a:t>Stay calm. Say, we hit a connectivity issue, let me show you what this looks like.</a:t>
            </a:r>
          </a:p>
          <a:p>
            <a:r>
              <a:t>Switch to screenshots or a screen recording as backup.</a:t>
            </a:r>
          </a:p>
          <a:p>
            <a:r>
              <a:t>Judges score partial demos. Total silence scores zero. (Key Point)</a:t>
            </a:r>
          </a:p>
          <a:p/>
          <a:p>
            <a:r>
              <a:t>[TRANSITION]</a:t>
            </a:r>
          </a:p>
          <a:p>
            <a:r>
              <a:t>Run the live demo, then return to the Impact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8, Demo Talking Points. Hidden crib sheet. Fill in your own flow and rehearse it 5 times.</a:t>
            </a:r>
          </a:p>
          <a:p/>
          <a:p>
            <a:r>
              <a:t>[STATUS]</a:t>
            </a:r>
          </a:p>
          <a:p>
            <a:r>
              <a:t>HIDDEN SLIDE. Not shown to judges. It is set as hidden in PowerPoint.</a:t>
            </a:r>
          </a:p>
          <a:p/>
          <a:p>
            <a:r>
              <a:t>[HOW TO USE]</a:t>
            </a:r>
          </a:p>
          <a:p>
            <a:r>
              <a:t>Before you present, fill in each phase with YOUR specific demo flow.</a:t>
            </a:r>
          </a:p>
          <a:p>
            <a:r>
              <a:t>During the demo, glance at Presenter View if you lose your place.</a:t>
            </a:r>
          </a:p>
          <a:p>
            <a:r>
              <a:t>Practice 5 times so you do not need this slide.</a:t>
            </a:r>
          </a:p>
          <a:p/>
          <a:p>
            <a:r>
              <a:t>[EXAMPLE: Health Companion, Aha Moment, 0:00 to 0:30]</a:t>
            </a:r>
          </a:p>
          <a:p>
            <a:r>
              <a:t>Type: my son has had a cough for 3 days and a mild fever.</a:t>
            </a:r>
          </a:p>
          <a:p>
            <a:r>
              <a:t>The agent replies in Arabic with triage, urgency medium, and starts searching pediatricians.</a:t>
            </a:r>
          </a:p>
          <a:p>
            <a:r>
              <a:t>Judges see the agent REASONING about medical urgency.</a:t>
            </a:r>
          </a:p>
          <a:p/>
          <a:p>
            <a:r>
              <a:t>[EXAMPLE: Happy Path, 0:30 to 2:00]</a:t>
            </a:r>
          </a:p>
          <a:p>
            <a:r>
              <a:t>The agent shows 3 pediatricians within 5 km.</a:t>
            </a:r>
          </a:p>
          <a:p>
            <a:r>
              <a:t>Select one. The agent books and sends an SMS confirmation.</a:t>
            </a:r>
          </a:p>
          <a:p>
            <a:r>
              <a:t>Show the patient dashboard: visit logged with follow-up reminders.</a:t>
            </a:r>
          </a:p>
          <a:p/>
          <a:p>
            <a:r>
              <a:t>[EXAMPLE: Edge Case, 2:00 to 2:30]</a:t>
            </a:r>
          </a:p>
          <a:p>
            <a:r>
              <a:t>Type something ambiguous: my chest feels heavy when I breathe.</a:t>
            </a:r>
          </a:p>
          <a:p>
            <a:r>
              <a:t>The agent asks a clarifying question instead of guessing.</a:t>
            </a:r>
          </a:p>
          <a:p>
            <a:r>
              <a:t>This shows the agent knows when NOT to act.</a:t>
            </a:r>
          </a:p>
          <a:p/>
          <a:p>
            <a:r>
              <a:t>[EXAMPLE: Closing Moment, 2:30 to 3:00]</a:t>
            </a:r>
          </a:p>
          <a:p>
            <a:r>
              <a:t>Dashboard: 3 patients triaged, 2 appointments booked.</a:t>
            </a:r>
          </a:p>
          <a:p>
            <a:r>
              <a:t>Say: in the time it took me to demo this, Fatima would still be on hold with the first clinic.</a:t>
            </a:r>
          </a:p>
          <a:p/>
          <a:p>
            <a:r>
              <a:t>[KEY PREPARATION]</a:t>
            </a:r>
          </a:p>
          <a:p>
            <a:r>
              <a:t>App open and ready in a separate browser tab.</a:t>
            </a:r>
          </a:p>
          <a:p>
            <a:r>
              <a:t>Pre-type long inputs in a text file for quick pasting.</a:t>
            </a:r>
          </a:p>
          <a:p>
            <a:r>
              <a:t>Test the demo flow 5 times.</a:t>
            </a:r>
          </a:p>
          <a:p>
            <a:r>
              <a:t>Save 3 screenshots as backup.</a:t>
            </a:r>
          </a:p>
          <a:p>
            <a:r>
              <a:t>500 dollars per member for first place. Make it count. (Key Point)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9, Impact and What's Next. Repeat the number from Slide 2, add a demo metric, then show vision.</a:t>
            </a:r>
          </a:p>
          <a:p/>
          <a:p>
            <a:r>
              <a:t>[TIMING]</a:t>
            </a:r>
          </a:p>
          <a:p>
            <a:r>
              <a:t>30 seconds. Running total 6:00. Can be shown before or after the demo.</a:t>
            </a:r>
          </a:p>
          <a:p/>
          <a:p>
            <a:r>
              <a:t>[WHAT TO DO]</a:t>
            </a:r>
          </a:p>
          <a:p>
            <a:r>
              <a:t>Replace [BIG NUMBER] with your impact claim from Slide 2.</a:t>
            </a:r>
          </a:p>
          <a:p>
            <a:r>
              <a:t>Replace [DEMO METRIC] with something from your live demo.</a:t>
            </a:r>
          </a:p>
          <a:p>
            <a:r>
              <a:t>Fill in the scale statement.</a:t>
            </a:r>
          </a:p>
          <a:p>
            <a:r>
              <a:t>List 3 to 4 things you would build next.</a:t>
            </a:r>
          </a:p>
          <a:p/>
          <a:p>
            <a:r>
              <a:t>[EXAMPLE: Health Companion, Impact recap]</a:t>
            </a:r>
          </a:p>
          <a:p>
            <a:r>
              <a:t>Let me bring it back to impact. (Key Point)</a:t>
            </a:r>
          </a:p>
          <a:p>
            <a:r>
              <a:t>Remember Fatima? Before HealthBuddy, 14 days to see a doctor.</a:t>
            </a:r>
          </a:p>
          <a:p>
            <a:r>
              <a:t>With our agent, under 30 minutes.</a:t>
            </a:r>
          </a:p>
          <a:p>
            <a:r>
              <a:t>(Pause)</a:t>
            </a:r>
          </a:p>
          <a:p>
            <a:r>
              <a:t>In our demo the agent triaged 3 patients and booked 2 appointments in under 2 minutes. (Key Point)</a:t>
            </a:r>
          </a:p>
          <a:p>
            <a:r>
              <a:t>34 million people live in Saudi Arabia. 40 percent of ER visits are non-emergency.</a:t>
            </a:r>
          </a:p>
          <a:p>
            <a:r>
              <a:t>If our agent diverts even 10 percent, that is 200,000 fewer unnecessary ER visits per year. (Key Point)</a:t>
            </a:r>
          </a:p>
          <a:p/>
          <a:p>
            <a:r>
              <a:t>[EXAMPLE: What's Next]</a:t>
            </a:r>
          </a:p>
          <a:p>
            <a:r>
              <a:t>First, integration with Seha for teleconsultation.</a:t>
            </a:r>
          </a:p>
          <a:p>
            <a:r>
              <a:t>Second, multilingual support: Urdu, Hindi, Tagalog.</a:t>
            </a:r>
          </a:p>
          <a:p>
            <a:r>
              <a:t>Third, a provider dashboard for clinics.</a:t>
            </a:r>
          </a:p>
          <a:p>
            <a:r>
              <a:t>Fourth, predictive health alerts.</a:t>
            </a:r>
          </a:p>
          <a:p/>
          <a:p>
            <a:r>
              <a:t>[COACHING TIPS]</a:t>
            </a:r>
          </a:p>
          <a:p>
            <a:r>
              <a:t>Repeat the impact number from Slide 2. Judges remember what they hear twice.</a:t>
            </a:r>
          </a:p>
          <a:p>
            <a:r>
              <a:t>The What's Next section shows you thought beyond the hackathon.</a:t>
            </a:r>
          </a:p>
          <a:p>
            <a:r>
              <a:t>Keep it under 30 seconds.</a:t>
            </a:r>
          </a:p>
          <a:p/>
          <a:p>
            <a:r>
              <a:t>[TRANSITION]</a:t>
            </a:r>
          </a:p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&gt; Slide 10, Thank You. Close strong, leave the links up, invite questions.</a:t>
            </a:r>
          </a:p>
          <a:p/>
          <a:p>
            <a:r>
              <a:t>[TIMING]</a:t>
            </a:r>
          </a:p>
          <a:p>
            <a:r>
              <a:t>10 seconds.</a:t>
            </a:r>
          </a:p>
          <a:p/>
          <a:p>
            <a:r>
              <a:t>[WHAT TO DO]</a:t>
            </a:r>
          </a:p>
          <a:p>
            <a:r>
              <a:t>Replace [YOUR TEAM NAME] with your team name.</a:t>
            </a:r>
          </a:p>
          <a:p>
            <a:r>
              <a:t>Replace the 5 member placeholders with real names.</a:t>
            </a:r>
          </a:p>
          <a:p>
            <a:r>
              <a:t>Paste your GitHub repo URL and live app URL.</a:t>
            </a:r>
          </a:p>
          <a:p/>
          <a:p>
            <a:r>
              <a:t>[EXAMPLE: Closing lines]</a:t>
            </a:r>
          </a:p>
          <a:p>
            <a:r>
              <a:t>That is our solution. We are Team Sahara, and we believe every new resident deserves a government experience that works for them. Thank you. (Confident)</a:t>
            </a:r>
          </a:p>
          <a:p>
            <a:r>
              <a:t>Thank you, judges. We are happy to take questions. (Professional)</a:t>
            </a:r>
          </a:p>
          <a:p>
            <a:r>
              <a:t>That is HealthBuddy from Team Sahara. We hope Fatima never has to wait 14 days again. Thank you. (Emotional callback)</a:t>
            </a:r>
          </a:p>
          <a:p>
            <a:r>
              <a:t>We built this in 4 days, and we believe it could serve 34 million people. Thank you. (Bold)</a:t>
            </a:r>
          </a:p>
          <a:p/>
          <a:p>
            <a:r>
              <a:t>[COACHING TIPS]</a:t>
            </a:r>
          </a:p>
          <a:p>
            <a:r>
              <a:t>End strong. Do not trail off.</a:t>
            </a:r>
          </a:p>
          <a:p>
            <a:r>
              <a:t>Say thank you and make eye contact.</a:t>
            </a:r>
          </a:p>
          <a:p>
            <a:r>
              <a:t>Leave the URLs up so judges can explore later.</a:t>
            </a:r>
          </a:p>
          <a:p/>
          <a:p>
            <a:r>
              <a:t>[TIMING SUMMARY]</a:t>
            </a:r>
          </a:p>
          <a:p>
            <a:r>
              <a:t>Slide 1, Title: 10s, 0:10.</a:t>
            </a:r>
          </a:p>
          <a:p>
            <a:r>
              <a:t>Slide 2, Problem: 30s, 0:40.</a:t>
            </a:r>
          </a:p>
          <a:p>
            <a:r>
              <a:t>Slide 3, Solution: 45s, 1:25.</a:t>
            </a:r>
          </a:p>
          <a:p>
            <a:r>
              <a:t>Slide 4, Agentic Flow: 45s, 2:10.</a:t>
            </a:r>
          </a:p>
          <a:p>
            <a:r>
              <a:t>Slide 5, Architecture: 30s, 2:40.</a:t>
            </a:r>
          </a:p>
          <a:p>
            <a:r>
              <a:t>Slide 6, Regional: 20s, 3:00.</a:t>
            </a:r>
          </a:p>
          <a:p>
            <a:r>
              <a:t>Slide 7, Live Demo starts: 3:00.</a:t>
            </a:r>
          </a:p>
          <a:p>
            <a:r>
              <a:t>Slide 8, Demo notes, hidden: 3:00 to 6:00.</a:t>
            </a:r>
          </a:p>
          <a:p>
            <a:r>
              <a:t>Slide 9, Impact: 30s, 6:00.</a:t>
            </a:r>
          </a:p>
          <a:p>
            <a:r>
              <a:t>Slide 10, Thank You: 10s.</a:t>
            </a:r>
          </a:p>
          <a:p/>
          <a:p>
            <a:r>
              <a:t>[JUDGING CRITERIA RECAP]</a:t>
            </a:r>
          </a:p>
          <a:p>
            <a:r>
              <a:t>Customer Impact, 30 percent: Slides 2 and 9.</a:t>
            </a:r>
          </a:p>
          <a:p>
            <a:r>
              <a:t>Technical Execution and Agentic Depth, 25 percent: Slides 4, 5, and the demo.</a:t>
            </a:r>
          </a:p>
          <a:p>
            <a:r>
              <a:t>Innovation, 20 percent: Slide 3 and the demo.</a:t>
            </a:r>
          </a:p>
          <a:p>
            <a:r>
              <a:t>Demo Quality, 15 percent: Slides 7 and 8.</a:t>
            </a:r>
          </a:p>
          <a:p>
            <a:r>
              <a:t>Regional Relevance, 10 percent: Slide 6.</a:t>
            </a:r>
          </a:p>
          <a:p/>
          <a:p>
            <a:r>
              <a:t>[FINAL REMINDERS]</a:t>
            </a:r>
          </a:p>
          <a:p>
            <a:r>
              <a:t>The best demos are not the most complex. They are the ones where judges think, I would use that tomorrow.</a:t>
            </a:r>
          </a:p>
          <a:p>
            <a:r>
              <a:t>Show one complete flow working, not five broken features.</a:t>
            </a:r>
          </a:p>
          <a:p>
            <a:r>
              <a:t>Be honest about what is unfinished. Judges respect transparency.</a:t>
            </a:r>
          </a:p>
          <a:p>
            <a:r>
              <a:t>Lead with the aha moment in the demo.</a:t>
            </a:r>
          </a:p>
          <a:p>
            <a:r>
              <a:t>500 dollars per member for first place. Make it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457200"/>
            <a:ext cx="512064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4572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[YOUR TEAM NAME]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743200" y="2423160"/>
            <a:ext cx="36576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25603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[IDEA TRACK — e.g. Idea 3: Health Companion]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 — [Company]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993392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93392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2] — [Company]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12464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12464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3] — [Company]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31536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31536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4] — [Company]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150608" y="324612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324612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5] — [Company]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30% — CUSTOMER IMPACT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[PERSONA NAME]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A 34-year-old mother of two who just relocated to Riyadh]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75488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11680"/>
            <a:ext cx="64008" cy="114300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10312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[Write their problem in ONE vivid sentence. Make it personal, real, and relatable. Judges should feel the pain.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Fatima spends 3 full days visiting government offices, standing in lines, and filling out forms just to transfer her children's school records.]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4754880" cy="868680"/>
          </a:xfrm>
          <a:prstGeom prst="roundRect">
            <a:avLst>
              <a:gd name="adj" fmla="val 10526"/>
            </a:avLst>
          </a:prstGeom>
          <a:solidFill>
            <a:srgbClr val="0A0A18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37560"/>
            <a:ext cx="64008" cy="8686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649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[MEASURABLE IMPACT NUMBER]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" y="37673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Reduces 3 government office visits to zero or Saves 4 hours per week]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0D1520"/>
          </a:solidFill>
          <a:ln w="12700">
            <a:solidFill>
              <a:srgbClr val="5C709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00800" y="18288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69280" y="256032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WITH AN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OR ICON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REPRESENTING YOUR PROBLEM]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image here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20% — INNOVATION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[YOUR SOLUTION NAME]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i="1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sentence: what your agent does, for whom, in plain language. Example: An AI agent that navigates government systems on behalf of new residents — so they never visit an office.]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240280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24028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71600" y="22402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[AGENTIC STEP 1 — e.g. Scans uploaded ID document and extracts personal data]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606040"/>
            <a:ext cx="7315200" cy="7315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660904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00D4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609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66090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71600" y="266090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[AGENTIC STEP 2 — e.g. Auto-fills the Absher application form with extracted data]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71600" y="3026664"/>
            <a:ext cx="7315200" cy="7315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081528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8152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08152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71600" y="308152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[AGENTIC STEP 3 — e.g. Checks eligibility rules and flags missing documents]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3447288"/>
            <a:ext cx="7315200" cy="7315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" y="3502152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7CFC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502152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50215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CF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350215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[AGENTIC STEP 4 — e.g. Submits the application and schedules biometrics appointment]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71600" y="3867912"/>
            <a:ext cx="7315200" cy="7315"/>
          </a:xfrm>
          <a:prstGeom prst="rect">
            <a:avLst/>
          </a:prstGeom>
          <a:solidFill>
            <a:srgbClr val="1A2540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3922776"/>
            <a:ext cx="502920" cy="329184"/>
          </a:xfrm>
          <a:prstGeom prst="roundRect">
            <a:avLst>
              <a:gd name="adj" fmla="val 22222"/>
            </a:avLst>
          </a:prstGeom>
          <a:solidFill>
            <a:srgbClr val="FF6B6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92277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92277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71600" y="392277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[AGENTIC STEP 5 — e.g. Monitors status and sends WhatsApp updates to the user]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0" y="4343400"/>
            <a:ext cx="5486400" cy="256032"/>
          </a:xfrm>
          <a:prstGeom prst="roundRect">
            <a:avLst>
              <a:gd name="adj" fmla="val 35714"/>
            </a:avLst>
          </a:prstGeom>
          <a:solidFill>
            <a:srgbClr val="0D0D0D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0" y="4343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This is an AGENT that takes action — not a chatbot that answers questions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7" name="Text 35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25% — AGENTIC DEPTH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37260" y="978408"/>
            <a:ext cx="365760" cy="365760"/>
          </a:xfrm>
          <a:prstGeom prst="ellipse">
            <a:avLst/>
          </a:prstGeom>
          <a:solidFill>
            <a:srgbClr val="A8B8CC"/>
          </a:solidFill>
          <a:ln/>
        </p:spPr>
      </p:sp>
      <p:sp>
        <p:nvSpPr>
          <p:cNvPr id="8" name="Text 6"/>
          <p:cNvSpPr/>
          <p:nvPr/>
        </p:nvSpPr>
        <p:spPr>
          <a:xfrm>
            <a:off x="937260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A8B8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INPUT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B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[e.g. API Gateway]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764792" y="16733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55748" y="978408"/>
            <a:ext cx="365760" cy="36576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Text 12"/>
          <p:cNvSpPr/>
          <p:nvPr/>
        </p:nvSpPr>
        <p:spPr>
          <a:xfrm>
            <a:off x="2555748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21408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21408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21408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[e.g. Bedrock]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83280" y="16733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174236" y="978408"/>
            <a:ext cx="365760" cy="36576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4174236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39896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9896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TOOL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CALLS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39896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[e.g. AgentCore]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01768" y="16733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792724" y="978408"/>
            <a:ext cx="365760" cy="365760"/>
          </a:xfrm>
          <a:prstGeom prst="ellipse">
            <a:avLst/>
          </a:prstGeom>
          <a:solidFill>
            <a:srgbClr val="A855F7"/>
          </a:solidFill>
          <a:ln/>
        </p:spPr>
      </p:sp>
      <p:sp>
        <p:nvSpPr>
          <p:cNvPr id="26" name="Text 24"/>
          <p:cNvSpPr/>
          <p:nvPr/>
        </p:nvSpPr>
        <p:spPr>
          <a:xfrm>
            <a:off x="5792724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358384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58384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EXTERNAL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58384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[e.g. DynamoDB]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620256" y="1673352"/>
            <a:ext cx="329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7411212" y="978408"/>
            <a:ext cx="365760" cy="365760"/>
          </a:xfrm>
          <a:prstGeom prst="ellipse">
            <a:avLst/>
          </a:prstGeom>
          <a:solidFill>
            <a:srgbClr val="7CFC00"/>
          </a:solidFill>
          <a:ln/>
        </p:spPr>
      </p:sp>
      <p:sp>
        <p:nvSpPr>
          <p:cNvPr id="32" name="Text 30"/>
          <p:cNvSpPr/>
          <p:nvPr/>
        </p:nvSpPr>
        <p:spPr>
          <a:xfrm>
            <a:off x="7411212" y="978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976872" y="1417320"/>
            <a:ext cx="1234440" cy="1005840"/>
          </a:xfrm>
          <a:prstGeom prst="roundRect">
            <a:avLst>
              <a:gd name="adj" fmla="val 9091"/>
            </a:avLst>
          </a:prstGeom>
          <a:solidFill>
            <a:srgbClr val="141E30"/>
          </a:solidFill>
          <a:ln w="9525">
            <a:solidFill>
              <a:srgbClr val="7CFC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76872" y="1490472"/>
            <a:ext cx="1234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FINAL</a:t>
            </a:r>
            <a:endParaRPr lang="en-US" sz="11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OUTPUT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76872" y="207568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FC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[e.g. SNS/SES]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57200" y="278892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0A0F1A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288036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[REPLACE THIS AREA WITH YOUR DETAILED FLOW DIAGRAM]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full multi-step orchestration of your agent.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decision point, tool call, and data flow.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which AWS services power each step.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39" name="Shape 37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25% — TECH EXECUTION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8229600" cy="3108960"/>
          </a:xfrm>
          <a:prstGeom prst="roundRect">
            <a:avLst>
              <a:gd name="adj" fmla="val 4412"/>
            </a:avLst>
          </a:prstGeom>
          <a:solidFill>
            <a:srgbClr val="080D18"/>
          </a:solidFill>
          <a:ln w="12700">
            <a:solidFill>
              <a:srgbClr val="5C709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840480" y="15544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🏗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C7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[REPLACE WITH YOUR ARCHITECTURE DIAGRAM]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from your starter kit or draw in draw.io / Excalidraw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Agent  |  Model  |  Memory  |  Tools  |  Data Sources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3611880"/>
            <a:ext cx="5120640" cy="292608"/>
          </a:xfrm>
          <a:prstGeom prst="roundRect">
            <a:avLst>
              <a:gd name="adj" fmla="val 31250"/>
            </a:avLst>
          </a:prstGeom>
          <a:solidFill>
            <a:srgbClr val="0D0D0D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3611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diagram is also submitted as a separate PDF deliverable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REGIONAL RELEVANCE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7CFC00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0" y="228600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9525">
            <a:solidFill>
              <a:srgbClr val="7CFC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0" y="228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7CF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10% — EASY POINTS!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📝  Arabic &amp; RTL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does your agent handle Arabic? RTL layout? Bilingual switching?]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24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♿  Accessibility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463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 reader? High contrast? Voice input? Low-literacy users?]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9525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🔒  Data Privacy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is data stored? Encryption? me-south-1? PDPL compliance?]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3774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141E30"/>
          </a:solidFill>
          <a:ln w="9525">
            <a:solidFill>
              <a:srgbClr val="7CF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450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F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🏗  Local Workflows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37560" y="27889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[Saudi/GCC APIs? Absher? Tawakkalna? SFDA? Nafath?]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69280" y="1051560"/>
            <a:ext cx="3108960" cy="2606040"/>
          </a:xfrm>
          <a:prstGeom prst="roundRect">
            <a:avLst>
              <a:gd name="adj" fmla="val 4211"/>
            </a:avLst>
          </a:prstGeom>
          <a:solidFill>
            <a:srgbClr val="0A0F1A"/>
          </a:solidFill>
          <a:ln w="9525">
            <a:solidFill>
              <a:srgbClr val="7CFC0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583680" y="15544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852160" y="21945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[SCREENSHOT SHOWING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UI OR RTL LAYOUT]</a:t>
            </a: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endParaRPr lang="en-US" sz="9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9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 here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3" name="Shape 21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14400" y="548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2286000" y="2423160"/>
            <a:ext cx="4572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0" y="2606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our agent in action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828800" y="324612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3246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[YOUR APP URL HERE]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977640"/>
            <a:ext cx="7315200" cy="411480"/>
          </a:xfrm>
          <a:prstGeom prst="roundRect">
            <a:avLst>
              <a:gd name="adj" fmla="val 22222"/>
            </a:avLst>
          </a:prstGeom>
          <a:solidFill>
            <a:srgbClr val="0D0D0D"/>
          </a:solidFill>
          <a:ln w="9525">
            <a:solidFill>
              <a:srgbClr val="FFB8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776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Lead with the aha moment — the single most impressive thing your agent does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DEMO TALKING POINTS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640080"/>
            <a:ext cx="1828800" cy="4572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0" y="182880"/>
            <a:ext cx="2834640" cy="274320"/>
          </a:xfrm>
          <a:prstGeom prst="roundRect">
            <a:avLst>
              <a:gd name="adj" fmla="val 50000"/>
            </a:avLst>
          </a:prstGeom>
          <a:solidFill>
            <a:srgbClr val="2A0A0A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0" y="182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HIDDEN SLIDE — Presenter Only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0:00-0:30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9144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AHA MOMENT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122529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[What is the single most impressive thing? Show THIS first. Judges should say WOW within 30 seconds.]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7CFC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69164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0:30-2:00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1691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FC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HAPPY PATH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200253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[Complete end-to-end flow. Start from user input, show agent reasoning, end with final output.]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2:00-2:30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24688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 CASE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37360" y="277977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[Agent handling something unexpected. Wrong input? Missing data? How does it recover? Proves REASONING.]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A855F7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461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2:30-3:00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3246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CLOSING MOMENT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737360" y="3557016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[The result that makes judges think: I would use that. The booked appointment, the filed form.]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0690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2A0A0A"/>
          </a:solidFill>
          <a:ln w="9525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965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BACKUP: If demo fails → Stay calm. Show screenshots. Describe what would have happened. Silence scores zero.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WHAT'S NEXT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31520"/>
            <a:ext cx="18288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080D18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73152" cy="65836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5361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[BIG NUMBER]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[Restate your measurable impact claim from Slide 2]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080D1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304288"/>
            <a:ext cx="73152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317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[DEMO METRIC]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85800" y="26974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Processed 3 applications in 45 seconds during live demo]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141E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363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 BENEFITS AND AT WHAT SCALE]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[e.g. 2.3M expats relocate to Saudi Arabia each year. Each one faces this.]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0" y="1051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527048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152704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150876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[Feature you ran out of time for]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2057400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00D4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5740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039112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[How it would scale in production]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2587752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2587752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0" y="2569464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[Integration to add]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3118104"/>
            <a:ext cx="320040" cy="256032"/>
          </a:xfrm>
          <a:prstGeom prst="roundRect">
            <a:avLst>
              <a:gd name="adj" fmla="val 21429"/>
            </a:avLst>
          </a:prstGeom>
          <a:solidFill>
            <a:srgbClr val="7CFC00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118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11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94960" y="309981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A8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[Future vision / expansion]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1371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11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[YOUR TEAM NAME]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9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2011680"/>
            <a:ext cx="36576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1]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93392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93392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2]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12464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12464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3]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31536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31536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4]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50608" y="2240280"/>
            <a:ext cx="1627632" cy="502920"/>
          </a:xfrm>
          <a:prstGeom prst="roundRect">
            <a:avLst>
              <a:gd name="adj" fmla="val 18182"/>
            </a:avLst>
          </a:prstGeom>
          <a:solidFill>
            <a:srgbClr val="141E30"/>
          </a:solidFill>
          <a:ln w="9525">
            <a:solidFill>
              <a:srgbClr val="5C7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50608" y="224028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[Member 5]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017520"/>
            <a:ext cx="7315200" cy="411480"/>
          </a:xfrm>
          <a:prstGeom prst="roundRect">
            <a:avLst>
              <a:gd name="adj" fmla="val 22222"/>
            </a:avLst>
          </a:prstGeom>
          <a:solidFill>
            <a:srgbClr val="080D18"/>
          </a:solidFill>
          <a:ln w="9525">
            <a:solidFill>
              <a:srgbClr val="FF99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017520"/>
            <a:ext cx="64008" cy="4114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0175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GitHub: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20240" y="30175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9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[YOUR GITHUB REPO URL]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3566160"/>
            <a:ext cx="7315200" cy="411480"/>
          </a:xfrm>
          <a:prstGeom prst="roundRect">
            <a:avLst>
              <a:gd name="adj" fmla="val 22222"/>
            </a:avLst>
          </a:prstGeom>
          <a:solidFill>
            <a:srgbClr val="080D18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566160"/>
            <a:ext cx="64008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35661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App: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56616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[YOUR APP URL]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0D18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4663440"/>
            <a:ext cx="9144000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736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C7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Agentic AI Hackathon — Future Vision  |  AWS Summit Dubai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